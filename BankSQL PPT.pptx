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4" r:id="rId8"/>
    <p:sldId id="27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9" autoAdjust="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5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37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61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47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9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21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4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6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414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957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83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237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30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6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6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7237" y="2858252"/>
            <a:ext cx="5715000" cy="1470025"/>
          </a:xfrm>
        </p:spPr>
        <p:txBody>
          <a:bodyPr>
            <a:normAutofit fontScale="90000"/>
          </a:bodyPr>
          <a:lstStyle/>
          <a:p>
            <a:r>
              <a:rPr sz="5400" b="1" u="sng" dirty="0"/>
              <a:t>Bank Loan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F67C-0E5D-45F3-6D14-9F7832C3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71" y="558463"/>
            <a:ext cx="8229600" cy="1143000"/>
          </a:xfrm>
        </p:spPr>
        <p:txBody>
          <a:bodyPr/>
          <a:lstStyle/>
          <a:p>
            <a:pPr algn="l"/>
            <a:r>
              <a:rPr lang="en-US" u="sng" dirty="0"/>
              <a:t>Year-wise Loan Amount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729C4-FBE2-CE50-5677-FB06F7BD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163" y="4096253"/>
            <a:ext cx="3495726" cy="190142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D4D93-E76F-438B-BAB6-E4389BB37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34" y="1701463"/>
            <a:ext cx="6727616" cy="198611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8577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5D4A-DC29-11AB-B665-C717054C5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22" y="452366"/>
            <a:ext cx="8229600" cy="1143000"/>
          </a:xfrm>
        </p:spPr>
        <p:txBody>
          <a:bodyPr>
            <a:normAutofit/>
          </a:bodyPr>
          <a:lstStyle/>
          <a:p>
            <a:r>
              <a:rPr lang="en-US" u="sng" dirty="0"/>
              <a:t>Grade &amp; Sub-grade Revolving Balance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E6A9E-E720-C5D2-1E49-A15A1F04F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14" y="4188542"/>
            <a:ext cx="3233801" cy="185829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1B819D-2C44-6DA1-B3BD-D6053B5AF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74" y="1820911"/>
            <a:ext cx="6761452" cy="19966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9336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40DA-516B-F8CD-62AD-55F8CE92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4" y="560255"/>
            <a:ext cx="8229600" cy="1143000"/>
          </a:xfrm>
        </p:spPr>
        <p:txBody>
          <a:bodyPr>
            <a:normAutofit/>
          </a:bodyPr>
          <a:lstStyle/>
          <a:p>
            <a:r>
              <a:rPr lang="en-US" u="sng" dirty="0"/>
              <a:t>Verified vs Non-Verified Payments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1E690-9D42-AB6E-FC6F-9CC57105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437" y="4218040"/>
            <a:ext cx="3459126" cy="18484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9B6A48-7B87-168F-75A9-988EC743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56" y="1868128"/>
            <a:ext cx="7394488" cy="192712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50604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4B89-4BC1-0F58-2A58-4EFDD105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05788"/>
            <a:ext cx="8229600" cy="1143000"/>
          </a:xfrm>
        </p:spPr>
        <p:txBody>
          <a:bodyPr/>
          <a:lstStyle/>
          <a:p>
            <a:r>
              <a:rPr lang="en-US" u="sng" dirty="0"/>
              <a:t>State &amp; Month-wise Loan Status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C52F7-37A3-C8DD-59EF-822D27255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153" y="4475235"/>
            <a:ext cx="2831691" cy="16449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26BA66-7CCA-F86E-A54E-1E6239F9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4" y="1648787"/>
            <a:ext cx="7353371" cy="25692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2755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2F6C-A0BA-3466-AB91-DECBC261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625" y="516038"/>
            <a:ext cx="6798735" cy="1303867"/>
          </a:xfrm>
        </p:spPr>
        <p:txBody>
          <a:bodyPr>
            <a:noAutofit/>
          </a:bodyPr>
          <a:lstStyle/>
          <a:p>
            <a:r>
              <a:rPr lang="en-US" sz="3600" u="sng" dirty="0"/>
              <a:t>Home Ownership vs Last Payment</a:t>
            </a:r>
            <a:endParaRPr lang="en-IN" sz="36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A6EC4-1BD4-39BE-70FF-D7F3935A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756" y="4142230"/>
            <a:ext cx="3342488" cy="194453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6CD111-FB5D-9A33-F2E5-9AE9C841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32" y="1819906"/>
            <a:ext cx="7503136" cy="19445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6909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A7BD-82EF-61FC-5FFB-9CF8EEC8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20" y="427562"/>
            <a:ext cx="6798734" cy="1303867"/>
          </a:xfrm>
        </p:spPr>
        <p:txBody>
          <a:bodyPr>
            <a:normAutofit/>
          </a:bodyPr>
          <a:lstStyle/>
          <a:p>
            <a:r>
              <a:rPr lang="en-IN" u="sng" dirty="0"/>
              <a:t>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48FFD1-AF6A-15BE-055D-547FD3A6C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720" y="1388849"/>
            <a:ext cx="778256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borrowers show better repayment behavior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grades carry higher risk due to high revolving balance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repayment differs across states → needs closer monitoring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ownership type affects repayment consistency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Banks should continue using KPI-based analysis for smarter decisions</a:t>
            </a:r>
          </a:p>
        </p:txBody>
      </p:sp>
    </p:spTree>
    <p:extLst>
      <p:ext uri="{BB962C8B-B14F-4D97-AF65-F5344CB8AC3E}">
        <p14:creationId xmlns:p14="http://schemas.microsoft.com/office/powerpoint/2010/main" val="4221632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4824-C1C7-056F-9187-D7F26B019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548640"/>
            <a:ext cx="8016240" cy="5791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2061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290</TotalTime>
  <Words>69</Words>
  <Application>Microsoft Office PowerPoint</Application>
  <PresentationFormat>On-screen Show (4:3)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Garamond</vt:lpstr>
      <vt:lpstr>Wingdings</vt:lpstr>
      <vt:lpstr>Organic</vt:lpstr>
      <vt:lpstr>Bank Loan Analysis Project</vt:lpstr>
      <vt:lpstr>Year-wise Loan Amount</vt:lpstr>
      <vt:lpstr>Grade &amp; Sub-grade Revolving Balance</vt:lpstr>
      <vt:lpstr>Verified vs Non-Verified Payments</vt:lpstr>
      <vt:lpstr>State &amp; Month-wise Loan Status</vt:lpstr>
      <vt:lpstr>Home Ownership vs Last Payment</vt:lpstr>
      <vt:lpstr>Recommendation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BATHINI ROHITH</dc:creator>
  <cp:keywords/>
  <dc:description>generated using python-pptx</dc:description>
  <cp:lastModifiedBy>nihal jasim</cp:lastModifiedBy>
  <cp:revision>3</cp:revision>
  <dcterms:created xsi:type="dcterms:W3CDTF">2013-01-27T09:14:16Z</dcterms:created>
  <dcterms:modified xsi:type="dcterms:W3CDTF">2026-01-02T08:14:11Z</dcterms:modified>
  <cp:category/>
</cp:coreProperties>
</file>